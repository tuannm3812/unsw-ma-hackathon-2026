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~20s) Good morning — we're Cultural Blend: I'm Tuan, and my teammate Sophia will take you through what this means for the business.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~45s)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~60s)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while Sophia shows you what the market itself looks like.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~60s) Thanks, Tuan.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~70s)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~2min) So: does the story matter? Our honest answer is that nothing narrative survives our own scrutiny.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a hypothesis worth testing, not a finding. Sentiment flips between our two specifications — genuinely open.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~45s) One more layer before the recommendations — we went past keyword counting. Topic modelling finds eight coherent story themes, and mean funding speed swings ninefold across them: sanitation and clean-water stories in under two days, group farming closer to two weeks. But notice what a theme mostly encodes: what the loan is FOR. Structure again — not persuasion. So what should Kiva actually do with all of this? Sophia —</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~90s) Three moves — each with a clear owner. One: don't ship writing tips. For Kiva's content team that's a build spared; for borrowers, it's not being coached into copy that does nothing. Two: for the growth team and the field partners in exactly four markets — Palestine, Yemen, Honduras, Nicaragua — run the country-stratified A/B test: family-framing prompt versus standard at listing, outcome time-to-fund. That's how a hypothesis becomes a decision — and everyone in this room knows the discipline: test before you ship. Three: for the product team, the structural gaps are the real levers — how the consistently slower sectors and regions get surfaced, bundled, and supported — because those gaps are ten times any wording effect. And the classifier? A retrospective ranking prototype among funded loans — AUC 0.90 on strictly future data — for the data science team to develop toward an early-warning flag, after retraining on all listings including expired ones. The benefit flows to lenders through better discovery, and to borrowers through fewer stalled loans.</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~40s)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(Sophia) In this data, the story barely registers — the structure carries the signal. (Tuan)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For a two-country region the significance bar is t(1) = 12.7, not 1.96 -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