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~30s) Good morning — we're Cultural Blend: I'm Tuan, and my teammate Sophia will take you through what this means for the business.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while Sophia shows you what the market itself looks like.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~60s) Thanks, Tuan.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So: does the story matter? Our honest answer: no narrative result is robust enough across specifications to support a recommendation.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~40s) One more layer before the recommendations — we went past keyword counting. Topic modelling finds eight coherent story themes, and mean funding speed swings ninefold across them: sanitation and clean-water stories in under two days, group farming closer to two weeks. But notice what a theme mostly encodes: what the loan is FOR. Structure again — not persuasion. So what should Kiva actually do with all of this? Sophia —</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~1m50s) Three moves — each with a clear owner. One: don't ship writing tips. For Kiva's content team that's a build spared; for borrowers, it's not being coached into copy we found no robust evidence for. And for borrowers and field partners themselves, the honest advice is timing, not persuasion: a bigger ask fills more slowly — roughly two days for the smallest loans against nineteen for the largest — so post earlier when capital is needed by a date. That is not us telling anyone to ask for less: our outcome is speed, not whether they got the capital they needed. Two: for the growth team and the field partners in exactly four markets — Palestine, Yemen, Honduras, Nicaragua — run the country-stratified A/B test: family-framing prompt versus standard at listing, outcome time-to-fund. That's how a hypothesis becomes a decision — and everyone in this room knows the discipline: test before you ship. Three: for the product team, the structural gaps are the real levers — how the consistently slower sectors and regions get surfaced, bundled, and supported — because those gaps are ten times any wording effect. And the classifier? A retrospective ranking prototype among funded loans — AUC 0.90 on strictly future data — for the data science team to develop toward an early-warning flag, after retraining on all listings including expired ones. And the intended benefits — to be tested, not assumed: better discovery for lenders, fewer stalled loans for borrowers.</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(Sophia) In this data, the story barely registers — the structure carries the signal. (Tuan)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a:p>
            <a:pPr>
              <a:lnSpc>
                <a:spcPct val="115000"/>
              </a:lnSpc>
              <a:spcAft>
                <a:spcPts val="1200"/>
              </a:spcAft>
            </a:pPr>
            <a:r>
              <a:rPr sz="1600">
                <a:solidFill>
                  <a:srgbClr val="FFDD04"/>
                </a:solidFill>
                <a:latin typeface="DM Sans"/>
              </a:rPr>
              <a:t>▪  </a:t>
            </a:r>
            <a:r>
              <a:rPr sz="1650">
                <a:solidFill>
                  <a:srgbClr val="1C2333"/>
                </a:solidFill>
                <a:latin typeface="DM Sans"/>
              </a:rPr>
              <a:t>FOR BORROWERS &amp; FIELD PARTNERS: don't optimise wording; plan for timing — a bigger ask fills more slowly (~2 days for the smallest decile vs ~19 for the largest). NOT a recommendation to ask for less: our outcome is speed, not whether the capital arrived.</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