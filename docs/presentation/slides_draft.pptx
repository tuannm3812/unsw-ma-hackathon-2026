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~30s) Good morning — we're Cultural Blend: I'm Sophia, and my teammate Tuan will take you through what survives when we test it hard.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because it decides everything that follows.</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Thanks, Sophia.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timing advice belongs to field partners, not borrowers: a bigger ask sits on the platform longer — two days for the smallest loans against nineteen for the largest — and since 96% of loans in this data are already disbursed before the page even goes live, that is a partner capital-cycle fact, not a borrower's waiting time. Which is also why we are not telling anyone to ask for less.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programmes,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(Tuan) In this data, the story barely registers — the structure carries the signal. (Sophia)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(0.9–12.1 days); country gaps are wider still — 0.2 to 20.5.</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(programme /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FIELD PARTNERS (and borrowers): don't optimise wording — no robust evidence it pays. Timing is a partner capital-cycle matter, not a borrower wait: 96% of loans are already disbursed before the page goes live (median 24 days), and a bigger ask sits on the platform longer (~2 vs ~19 days). Still NOT a recommendation to ask for less.</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structure does the work: no framing feature in the SHAP top 10 (sentiment is 11th).</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