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For a two-country region the significance bar is t(1) = 12.7, not 1.96 -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