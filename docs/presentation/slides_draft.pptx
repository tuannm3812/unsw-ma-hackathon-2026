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~30s) Good morning — we're Cultural Blend: I'm Sophia, and my teammate Tuan will take you through what survives when we test it hard. Kiva is built on stories — every loan page leads with one, the way a landing page leads with copy. We asked 1.45 million real loans a single question: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~50s) Why should a marketing audience care? Because on Kiva, the lender is the customer and the loan page is the product page. Loan size, sector, geography — fixed at listing. The story is the one element a platform can coach, test, and optimise — classic conversion territory. So: when a story leans on family, competence, or urgency, does the loan fund faster? And does that depend on who's asking, and when? That's a testable claim — so we tested it, hard.</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Two disciplines before any findings — because in a dataset this size it is dangerously easy to find things that aren't there. For prediction: train only on the past, score only on loans posted in 2024-25 — the models never see the future they're graded on. For the framing claims: every 'significant' result had to survive country-clustered standard errors — ten thousand loans from one country are not ten thousand independent customers — and where a result rested on just a couple of countries, an even harsher few-cluster screen on top. Most headline-looking results did not survive. Hold that thought, because it decides everything that follows.</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Start with the market, because every other number lives inside it. Before the pandemic, 46% of loans funded within 24 hours — nearly half converting same-day. Since 2020 it's been under a third — and through 2025, the 'recovery' is minus 0.3 points. With over half a million loans on each side of that divide, this isn't noise: it's a structurally slower, more selective marketplace. For a marketer that reframes the whole job — when customers get pickier, knowing what actually drives conversion matters more, not less. Four years without a recovery is also why our recommendations start with acting rather than waiting for the market to fix itself.</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And what drives it is structure. Loan amount and repayment terms correlate with funding speed roughly ten times more strongly than any narrative signal. Sector alone spans an order of magnitude — sanitation stories fund in under a day, clothing takes twelve. And the starkest gap in the data: loans posted by women fund in a median of 2.3 days, by men 7.7 — three times longer. None of this is causal, but it's enormous, it's stable, and it dwarfs anything the words do. Which brings us to the question we actually came here to answer. Tuan —</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~1m50s) Thanks, Sophia. So: does the story matter? Our honest answer: no narrative result is robust enough across specifications to support a recommendation. Urgency language looked like a universal win — significant at p below 0.001. Cluster by country, and it collapses to 0.44. Gone. Family framing — and here our own first version got it wrong: we tested whether regions differ from Africa, which is not the same as whether family framing helps within a region. Corrected, two pooled categories — Palestine plus Yemen, and Honduras plus Nicaragua — do show faster funding in every fit we ran. But each rests on exactly two countries, and against a deliberately harsh few-cluster screen — a conservative heuristic, not calibrated inference: a t distribution with one degree of freedom, critical value 12.7, not 1.96 — neither is significant: p between 0.06 and 0.21. So we report a hypothesis worth testing, not a finding. Sentiment is the honest illustration: it survives country clustering in one of our two specifications and not the other — genuinely open, robust in neither direction. We'd rather report no robust evidence than one exciting result we can't defend — because a recommendation you'd ship to real borrowers deserves that bar.</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~50s) One more layer before the recommendations — we went past keyword counting. Topic modelling finds eight coherent story themes, and mean funding speed swings ninefold across them — descriptively, not as a tested effect: sanitation and clean-water stories in under two days, group farming closer to two weeks. But notice what a theme mostly encodes: what the loan is FOR. Structure again — not persuasion — and it's why the structural review we're about to recommend should cover what loans are FOR, not just which sector they sit in. So what should Kiva actually do with all of this?</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~1m25s) Three moves for the platform — and notice the verbs, because the evidence sets them. One: don't ship writing tips — a firm don't, because a robust null is the one thing we did find; for the content team that's a build spared, and for borrowers it's not being coached into copy we found no robust evidence for. Two — an experiment, not an action, because there we have a pattern we could not confirm: for the growth team and the field partners in exactly four markets — Palestine, Yemen, Honduras, Nicaragua — run the country-stratified A/B test: family-framing prompt versus standard at listing. Test before you ship. Three — review, not change, because these are associations and not causes: for the product team, the structural gaps are the real levers — how the consistently slower programmes, sectors and regions get surfaced and supported — because those gaps are ten times any wording effect. And the classifier stays a prototype, not a deployment — a retrospective ranking prototype among funded loans — AUC 0.90 on strictly future data — so data science retrains on all listings, including expired ones, first. [advance to the borrower page] (Tuan, ~40s) And the borrower page — expectations, not tactics. The timing story belongs to field partners: a bigger ask sits on the platform longer — two days for the smallest loans against nineteen for the largest — and since 96% of these loans are already disbursed before the page even goes live, that is a partner capital-cycle fact, not a borrower's waiting time. Which is why we are not telling anyone to ask for less — this page sets expectations by profile, amount and sector, and none of them is a lever to game.</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~35s) Three honest limits. Association, never causation — nobody randomly assigned writing styles. We measure how fast funded loans fund — not whether a loan funds at all. And our framing measures are transparent, simple rules — not every nuance of persuasion. We'd rather you know exactly what this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~20s) (Tuan) In this data, the story barely registers — the structure carries the signal. (Sophia) And testing hard enough to say, honestly, that there is no robust evidence for the story — that's worth more to a platform than a good-sounding tip. Thank you — we're happy to take your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520939" y="1783080"/>
            <a:ext cx="4114800" cy="210312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1. </a:t>
            </a:r>
            <a:r>
              <a:rPr sz="1000">
                <a:solidFill>
                  <a:srgbClr val="1C2333"/>
                </a:solidFill>
                <a:latin typeface="DM Sans"/>
              </a:rPr>
              <a:t>Chronological train/test split.</a:t>
            </a:r>
          </a:p>
          <a:p>
            <a:r>
              <a:rPr sz="900">
                <a:solidFill>
                  <a:srgbClr val="6E7278"/>
                </a:solidFill>
                <a:latin typeface="DM Sans"/>
              </a:rPr>
              <a:t>Notes: The 278,887 test loans stayed sealed during training - the models never see the future they are scored on. Counts: analysis_summary.json (boundary 2024-01-01).</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520939" y="1783080"/>
            <a:ext cx="4114800" cy="301752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2. </a:t>
            </a:r>
            <a:r>
              <a:rPr sz="1000">
                <a:solidFill>
                  <a:srgbClr val="1C2333"/>
                </a:solidFill>
                <a:latin typeface="DM Sans"/>
              </a:rPr>
              <a:t>Share of loans funded within 24 hours, by analysis period.</a:t>
            </a:r>
          </a:p>
          <a:p>
            <a:r>
              <a:rPr sz="900">
                <a:solidFill>
                  <a:srgbClr val="6E7278"/>
                </a:solidFill>
                <a:latin typeface="DM Sans"/>
              </a:rPr>
              <a:t>Notes: The drop is 16 points; the 'recovery' is -0.3. Exact shares 46.0% / 30.3% / 30.0% (589,823 / 298,549 / 565,474 loans).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(0.9–12.1 days); country gaps are wider still — 0.2 to 20.5.</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498079" y="1783080"/>
            <a:ext cx="4160520" cy="41148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3. </a:t>
            </a:r>
            <a:r>
              <a:rPr sz="1000">
                <a:solidFill>
                  <a:srgbClr val="1C2333"/>
                </a:solidFill>
                <a:latin typeface="DM Sans"/>
              </a:rPr>
              <a:t>Mean funding speed by sector.</a:t>
            </a:r>
          </a:p>
          <a:p>
            <a:r>
              <a:rPr sz="900">
                <a:solidFill>
                  <a:srgbClr val="6E7278"/>
                </a:solidFill>
                <a:latin typeface="DM Sans"/>
              </a:rPr>
              <a:t>Notes: Sanitation loans fund ~13x faster than Clothing (0.9 vs 12.1 days). Computed from the raw data replicating EDA §5 grouping; every count matches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1783080"/>
            <a:ext cx="4160520" cy="25146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4. </a:t>
            </a:r>
            <a:r>
              <a:rPr sz="1000">
                <a:solidFill>
                  <a:srgbClr val="1C2333"/>
                </a:solidFill>
                <a:latin typeface="DM Sans"/>
              </a:rPr>
              <a:t>Average within-region family-framing slope (duration model).</a:t>
            </a:r>
          </a:p>
          <a:p>
            <a:r>
              <a:rPr sz="900">
                <a:solidFill>
                  <a:srgbClr val="6E7278"/>
                </a:solidFill>
                <a:latin typeface="DM Sans"/>
              </a:rPr>
              <a:t>Notes: Against the few-cluster screen - a conservative heuristic (t(1) critical value 12.7), able to downgrade a claim but never certify one - nothing clears it. Typeset from executed §7.2 (v15); 4-dp values in analysis_summary.json.</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1783080"/>
            <a:ext cx="4160520" cy="27432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5. </a:t>
            </a:r>
            <a:r>
              <a:rPr sz="1000">
                <a:solidFill>
                  <a:srgbClr val="1C2333"/>
                </a:solidFill>
                <a:latin typeface="DM Sans"/>
              </a:rPr>
              <a:t>Mean funding speed by story theme.</a:t>
            </a:r>
          </a:p>
          <a:p>
            <a:r>
              <a:rPr sz="900">
                <a:solidFill>
                  <a:srgbClr val="6E7278"/>
                </a:solidFill>
                <a:latin typeface="DM Sans"/>
              </a:rPr>
              <a:t>Notes: Water and sanitation stories fund in under 2 days; group farming waits ~2 weeks - themes track what the loan is FOR. EDA §8 printed means (TF-IDF + NMF, 8 topics, 20K sample).</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(programme /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a:p>
            <a:pPr>
              <a:lnSpc>
                <a:spcPct val="115000"/>
              </a:lnSpc>
              <a:spcAft>
                <a:spcPts val="1200"/>
              </a:spcAft>
            </a:pPr>
            <a:r>
              <a:rPr sz="1600">
                <a:solidFill>
                  <a:srgbClr val="FFDD04"/>
                </a:solidFill>
                <a:latin typeface="DM Sans"/>
              </a:rPr>
              <a:t>▪  </a:t>
            </a:r>
            <a:r>
              <a:rPr sz="1650">
                <a:solidFill>
                  <a:srgbClr val="1C2333"/>
                </a:solidFill>
                <a:latin typeface="DM Sans"/>
              </a:rPr>
              <a:t>FOR FIELD PARTNERS (and borrowers): don't optimise wording — no robust evidence it pays. Timing is a partner capital-cycle matter, not a borrower wait: 96% of loans are already disbursed before the page goes live (median 24 days), and a bigger ask sits on the platform longer (~2 vs ~19 days). Still NOT a recommendation to ask for less.</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6. </a:t>
            </a:r>
            <a:r>
              <a:rPr sz="1000">
                <a:solidFill>
                  <a:srgbClr val="1C2333"/>
                </a:solidFill>
                <a:latin typeface="DM Sans"/>
              </a:rPr>
              <a:t>Mean funding speed by region.</a:t>
            </a:r>
          </a:p>
          <a:p>
            <a:r>
              <a:rPr sz="900">
                <a:solidFill>
                  <a:srgbClr val="6E7278"/>
                </a:solidFill>
                <a:latin typeface="DM Sans"/>
              </a:rPr>
              <a:t>Notes: North America is Haiti alone (n = 7,559) - fastest region, and exactly why single-cluster inference is off the table. Computed from the raw data (counts verified vs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160520" cy="356616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7. </a:t>
            </a:r>
            <a:r>
              <a:rPr sz="1000">
                <a:solidFill>
                  <a:srgbClr val="1C2333"/>
                </a:solidFill>
                <a:latin typeface="DM Sans"/>
              </a:rPr>
              <a:t>Top 15 features by mean |SHAP| value, boosted model.</a:t>
            </a:r>
          </a:p>
          <a:p>
            <a:r>
              <a:rPr sz="900">
                <a:solidFill>
                  <a:srgbClr val="6E7278"/>
                </a:solidFill>
                <a:latin typeface="DM Sans"/>
              </a:rPr>
              <a:t>Notes: Ten structural features outrank the first narrative one. Rebuilt from modeling §8 printed values (2,000-loan holdout sample).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8. </a:t>
            </a:r>
            <a:r>
              <a:rPr sz="1000">
                <a:solidFill>
                  <a:srgbClr val="1C2333"/>
                </a:solidFill>
                <a:latin typeface="DM Sans"/>
              </a:rPr>
              <a:t>Correlation with funding speed: structural vs narrative features.</a:t>
            </a:r>
          </a:p>
          <a:p>
            <a:r>
              <a:rPr sz="900">
                <a:solidFill>
                  <a:srgbClr val="6E7278"/>
                </a:solidFill>
                <a:latin typeface="DM Sans"/>
              </a:rPr>
              <a:t>Notes: Loan amount correlates ~7x stronger with speed than the best narrative signal (0.429 vs 0.058). EDA §9 printed correlation table.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structure does the work: no framing feature in the SHAP top 10 (sentiment is 11th).</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