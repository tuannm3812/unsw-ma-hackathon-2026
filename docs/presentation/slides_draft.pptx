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~30s) Good morning — we're Cultural Blend: I'm Tuan, and my teammate Sophia will take you through what this means for the business.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while Sophia shows you what the market itself looks like.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Thanks, Tuan.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 Sophia —</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honest advice to them is timing rather than persuasion: a bigger ask fills more slowly — two days for the smallest loans against nineteen for the largest — so post earlier when capital is needed by a date. That is not us telling anyone to ask for less: our outcome is speed, not whether they got the capital they needed.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(Sophia) In this data, the story barely registers — the structure carries the signal. (Tuan)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BORROWERS &amp; FIELD PARTNERS: don't optimise wording; plan for timing — a bigger ask fills more slowly (~2 days for the smallest decile vs ~19 for the largest). NOT a recommendation to ask for less: our outcome is speed, not whether the capital arrived.</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